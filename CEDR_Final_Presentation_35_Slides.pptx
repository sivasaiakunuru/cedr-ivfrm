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I'm [Name] from Team Cyber-Torque, and today we're presenting CEDR—the Cybersecurity Event Data Recorder.</a:t>
            </a:r>
          </a:p>
          <a:p/>
          <a:p>
            <a:r>
              <a:t>Over the next 30 minutes, we'll cover the cybersecurity gap in modern vehicles, our tamper-evident forensic solution, and our $45,000 Phase 1 investment ask.</a:t>
            </a:r>
          </a:p>
          <a:p/>
          <a:p>
            <a:r>
              <a:t>This presentation has three parts: the problem, our solution, and our request. Let's start with why this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I'll walk you through three sections.</a:t>
            </a:r>
          </a:p>
          <a:p/>
          <a:p>
            <a:r>
              <a:t>First, the problem: Modern vehicles have 100+ ECUs and generate terabytes of data daily, yet lack standardized forensic readiness. When breaches occur—and they're happening 450% more often since 2018—OEMs cannot prove what happened.</a:t>
            </a:r>
          </a:p>
          <a:p/>
          <a:p>
            <a:r>
              <a:t>Second, our solution: CEDR provides tamper-evident forensic logging using cryptographic hash chains and hardware security modules.</a:t>
            </a:r>
          </a:p>
          <a:p/>
          <a:p>
            <a:r>
              <a:t>Third, our ask: $45,000 for Phase 1 to validate core technology on industrial-grade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getting worse, not better.</a:t>
            </a:r>
          </a:p>
          <a:p/>
          <a:p>
            <a:r>
              <a:t>Upstream Security's 2024 report documents a 450% increase in automotive cyber incidents since 2018. The average connected vehicle now has over 100 electronic control units, each a potential attack vector.</a:t>
            </a:r>
          </a:p>
          <a:p/>
          <a:p>
            <a:r>
              <a:t>But here's the critical gap: when breaches occur, the mean time to detect is 287 days. By then, forensic evidence is gone.</a:t>
            </a:r>
          </a:p>
          <a:p/>
          <a:p>
            <a:r>
              <a:t>The average data breach costs $5.2 million according to IBM's 2024 report. For automotive breaches involving safety-critical systems, this can be significantly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critical insight from our competitive analysis.</a:t>
            </a:r>
          </a:p>
          <a:p/>
          <a:p>
            <a:r>
              <a:t>We've evaluated 8 competitors: ESCRYPT, Harman, Argus, Upstream, Karamba, GuardKnox, Airbiquity, and Sibros. All provide detection and prevention capabilities.</a:t>
            </a:r>
          </a:p>
          <a:p/>
          <a:p>
            <a:r>
              <a:t>None—zero—provide tamper-evident forensic logging with cryptographic integrity verification.</a:t>
            </a:r>
          </a:p>
          <a:p/>
          <a:p>
            <a:r>
              <a:t>When a cyber incident goes to court or insurance arbitration, OEMs using these solutions cannot prove what happened. That's the gap CEDR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financial and regulatory stakes are enormous.</a:t>
            </a:r>
          </a:p>
          <a:p/>
          <a:p>
            <a:r>
              <a:t>UN R155, mandatory in the EU from July 2024, permits fines up to 30 million euros for cybersecurity non-compliance.</a:t>
            </a:r>
          </a:p>
          <a:p/>
          <a:p>
            <a:r>
              <a:t>Insurance companies are increasingly denying claims when forensic evidence is unavailable or contested. Without proof of what happened, OEMs bear the full cost.</a:t>
            </a:r>
          </a:p>
          <a:p/>
          <a:p>
            <a:r>
              <a:t>McKinsey estimates cybersecurity vulnerabilities could cost the automotive industry 24 billion dollars annually by 2030.</a:t>
            </a:r>
          </a:p>
          <a:p/>
          <a:p>
            <a:r>
              <a:t>And ISO 21434 certification, required for market access, typically adds 6 to 12 months to development schedules without proper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CEDR uses a two-tier architecture: vehicle edge and cloud backend.</a:t>
            </a:r>
          </a:p>
          <a:p/>
          <a:p>
            <a:r>
              <a:t>On the vehicle, we have the CEDR module—a Raspberry Pi CM4 Industrial with an NXP A71CH Hardware Security Module for FIPS 140-2 Level 2 key protection.</a:t>
            </a:r>
          </a:p>
          <a:p/>
          <a:p>
            <a:r>
              <a:t>The module performs real-time CAN bus monitoring with machine learning inference achieving under 500 millisecond detection latency. All events are stored in a local hash chain for tamper evidence.</a:t>
            </a:r>
          </a:p>
          <a:p/>
          <a:p>
            <a:r>
              <a:t>The cloud backend runs on AWS with Azure disaster recovery. It provides fleet-wide correlation, evidence export for investigators, and 24/7 SOC integration through eSentire.</a:t>
            </a:r>
          </a:p>
          <a:p/>
          <a:p>
            <a:r>
              <a:t>This architecture ensures forensic integrity from the moment of detection through legal proceedings.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Technical Differentiation: Hash Chain Integrity.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Honest Hardware Assessment.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Revised Cloud Infrastructure Budget.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Security Features: STRIDE Coverage.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38 Agile User Stories.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Use Cases: OTA &amp; Forensics.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UML Architecture Diagrams.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Risk Analysis: 24 Risks.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Compliance Roadmap.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Competitive Analysis: 8 Competitors.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Market Opportunity.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Pricing Strategy.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ROI Calculation: 2.2×.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Break-Even Analysis: 4,181 Vehicles.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5-Year TCO: $6.1M (Revised).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Four-Phase Roadmap.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Success Metrics by Phase.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Phase 1: Foundation ($45K).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Use of Funds.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Phase 2-4 Overview.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Risk Mitigation: 40% → 90%.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Team &amp; Partnerships.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Next Steps: 90-Day Plan.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Q&amp;A Preparation.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Appendix: Detailed Budget.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Appendix: Competitive Matrix.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Appendix: ISO 21434 Status.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Appendix: Technical Specifications.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References: 32 IEEE Sources.</a:t>
            </a:r>
          </a:p>
          <a:p/>
          <a:p>
            <a:r>
              <a:t>See CEDR_FINAL_DOCUMENT_v5.md Section 17 for detailed speaker notes and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CEDR: Cybersecurity Event Data Recorder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B8B"/>
                </a:solidFill>
              </a:defRPr>
            </a:pPr>
            <a:r>
              <a:t>In-Vehicle Forensic Readiness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Team Cyber-Torque | CYB408 Capstone | St. Clair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Automotive cybersecurity gap and forensic readiness crisis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CEDR architecture, differentiation, and roadmap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12064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77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1 investment and business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Automotive Cybersecurity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74C3C"/>
                </a:solidFill>
              </a:defRPr>
            </a:pPr>
            <a:r>
              <a:t>450%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783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Increase in automotive cyber incidents since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8B8B"/>
                </a:solidFill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71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Electronic Control Units in modern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74C3C"/>
                </a:solidFill>
              </a:defRPr>
            </a:pPr>
            <a:r>
              <a:t>287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160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Average time to detect a breach (cross-industry)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8B8B"/>
                </a:solidFill>
              </a:defRPr>
            </a:pPr>
            <a:r>
              <a:t>$5.2M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492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Average cost of a data breach (IBM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Forensic Readiness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Existing solutions detect attacks. None provide tamper-evident forensic evidence.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7432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Primary Function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Forensic Capability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ESCRYPT CycurGUARD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ECU-level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Basic logging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Harman Shield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Network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Cloud-only analysis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Argus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Cloud-based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Post-event only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Upstream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 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No edge integrity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CEDR (This Project)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Forensic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>
                          <a:solidFill>
                            <a:srgbClr val="27AE60"/>
                          </a:solidFill>
                        </a:rPr>
                        <a:t>✅ Tamper-evident hash chain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It Matters: Financial &amp; Regulatory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€30M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UN R155 non-compliance fines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02920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Denied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74320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Insurance claims without forensic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$24B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Projected annual cost to industry by 2030 (McKinsey)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114800"/>
            <a:ext cx="5029200" cy="2011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38912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6-12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21208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 21434 certification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CEDR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B8B"/>
                </a:solidFill>
              </a:defRPr>
            </a:pPr>
            <a:r>
              <a:t>VEHICLE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• Raspberry Pi CM4 Industrial</a:t>
            </a:r>
            <a:br/>
            <a:r>
              <a:t>• NXP A71CH HSM (FIPS 140-2 L2)</a:t>
            </a:r>
            <a:br/>
            <a:r>
              <a:t>• Real-time CAN capture</a:t>
            </a:r>
            <a:br/>
            <a:r>
              <a:t>• ML inference (&lt;500ms latency)</a:t>
            </a:r>
            <a:br/>
            <a:r>
              <a:t>• Local hash chain storage</a:t>
            </a:r>
            <a:br/>
            <a:r>
              <a:t>• 4G/LTE cellular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B8B"/>
                </a:solidFill>
              </a:defRPr>
            </a:pPr>
            <a:r>
              <a:t>CLOUD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• AWS (Primary) + Azure (DR)</a:t>
            </a:r>
            <a:br/>
            <a:r>
              <a:t>• Kubernetes orchestration</a:t>
            </a:r>
            <a:br/>
            <a:r>
              <a:t>• Real-time correlation</a:t>
            </a:r>
            <a:br/>
            <a:r>
              <a:t>• Evidence export (PDF/JSON)</a:t>
            </a:r>
            <a:br/>
            <a:r>
              <a:t>• SOC integration (eSentire)</a:t>
            </a:r>
            <a:br/>
            <a:r>
              <a:t>• 7-year retention (GDPR compliant)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Differentiation: Hash Chain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Technical Differentiation: Hash Chain Integrity]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Honest Hardware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Honest Hardware Assessment]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Revised Cloud Infrastructure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Revised Cloud Infrastructure Budget]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Features: STRIDE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Security Features: STRIDE Coverage]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38 Agile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38 Agile User Stories]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Cases: OTA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Use Cases: OTA &amp; Forensics]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UML Architecture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UML Architecture Diagrams]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Analysis: 24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Risk Analysis: 24 Risks]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Compliance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Compliance Roadmap]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Competitive Analysis: 8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Competitive Analysis: 8 Competitors]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Market Opportunity]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Pricing Strategy]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ROI Calculation: 2.2×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ROI Calculation: 2.2×]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Break-Even Analysis: 4,181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Break-Even Analysis: 4,181 Vehicles]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5-Year TCO: $6.1M (Revised)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5-Year TCO: $6.1M (Revised)]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Four-Phase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Four-Phase Roadmap]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Success Metrics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Success Metrics by Phase]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Foundation ($45K)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Phase 1: Foundation ($45K)]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Use of Funds]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2-4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Phase 2-4 Overview]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Mitigation: 40% →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Risk Mitigation: 40% → 90%]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Team &amp;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Team &amp; Partnerships]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Steps: 90-Day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Next Steps: 90-Day Plan]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Q&amp;A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Q&amp;A Preparation]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Appendix: Detailed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Appendix: Detailed Budget]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Appendix: 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Appendix: Competitive Matrix]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Appendix: ISO 21434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Appendix: ISO 21434 Status]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Appendix: 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Appendix: Technical Specifications]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References: 32 IEEE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[Content for References: 32 IEEE Sources]</a:t>
            </a:r>
            <a:br/>
            <a:br/>
            <a:r>
              <a:t>Detailed content available in CEDR_FINAL_DOCUMENT_v5.md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